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F15DFE-D52E-C19A-6DD6-96FBA631E0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E904BD-8452-72CF-CEB5-91016D4D1E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1533D8-3CF0-9E79-BAFB-0583D9B02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19302-A6EA-433A-91F4-A8AC28C2B6AB}" type="datetimeFigureOut">
              <a:rPr lang="en-GB" smtClean="0"/>
              <a:t>22/09/2026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1367F4-D8AF-E038-7BA8-A653AF3D3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47566F-02A8-5BC8-D8AC-CA09BBEA9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DE993-F7B3-459C-B691-193046D6C9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44314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181D7-78BB-2257-7EBC-EE520FA5C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F43638-4CE5-C060-059C-9A308DE831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E20EF2-4ABE-A814-E1DC-0253770B6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19302-A6EA-433A-91F4-A8AC28C2B6AB}" type="datetimeFigureOut">
              <a:rPr lang="en-GB" smtClean="0"/>
              <a:t>22/09/2026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169853-8D1B-B50E-FF24-6731A1940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106BA3-F5B0-60CF-3364-46C90A12A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DE993-F7B3-459C-B691-193046D6C9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22835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86574-9C7D-4161-E388-6A37442408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D32C1-4FF4-3ECA-DF4D-63556F2DB3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765C2B-795C-66DB-78FB-EC9AC3154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19302-A6EA-433A-91F4-A8AC28C2B6AB}" type="datetimeFigureOut">
              <a:rPr lang="en-GB" smtClean="0"/>
              <a:t>22/09/2026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FA7143-C7B5-BBA4-EEC5-A9FE0517D4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AFFC8C-37B7-D769-7013-6AE319BF5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DE993-F7B3-459C-B691-193046D6C9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14013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787DB-D1C4-CD8E-D1F5-10392F601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5D8E04-DB56-CADB-286B-FBFBD4C5BA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B7769D-AD1C-2B36-1F93-0D928959EF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01F0FA-0ECA-8E3A-0286-6EE4A27D3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19302-A6EA-433A-91F4-A8AC28C2B6AB}" type="datetimeFigureOut">
              <a:rPr lang="en-GB" smtClean="0"/>
              <a:t>22/09/2026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4172AE-DADE-C4E1-E597-D02C386E5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7451EA-0289-0D4E-C661-84736419C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DE993-F7B3-459C-B691-193046D6C9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2526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C405C-21B4-57EE-85A1-4E87B2B1D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0AA822-264E-CC3F-D076-5DCD5025FB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6ADC78-BBF0-B44D-891B-4D11419078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ECAA50-1F60-4D3E-2E36-C5F91EDE07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4DF54D-3923-22BE-6CB9-A7BF5AAB22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C6033C5-8F81-ACCD-2B5D-FD93CE4BBF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19302-A6EA-433A-91F4-A8AC28C2B6AB}" type="datetimeFigureOut">
              <a:rPr lang="en-GB" smtClean="0"/>
              <a:t>22/09/2026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D5FFF5B-B009-2980-47DA-134F90526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F8F010-44AC-6C48-05C3-4A81E236F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DE993-F7B3-459C-B691-193046D6C9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95186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3FE37-5E00-A7BB-7899-4C673BBE5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D728D8-E7CD-805A-E940-7ACFCB43D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19302-A6EA-433A-91F4-A8AC28C2B6AB}" type="datetimeFigureOut">
              <a:rPr lang="en-GB" smtClean="0"/>
              <a:t>22/09/2026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B18C16-BA44-A352-5007-9E6D6C048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9742FF-C7D6-0540-BB01-587920DAB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DE993-F7B3-459C-B691-193046D6C9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65602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F05FA9-790B-B2C9-404A-A984C3CD35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19302-A6EA-433A-91F4-A8AC28C2B6AB}" type="datetimeFigureOut">
              <a:rPr lang="en-GB" smtClean="0"/>
              <a:t>22/09/2026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23FF430-2A82-4AE6-64AD-F8987349A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736A9-29C6-1E2B-83F0-04647E13A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DE993-F7B3-459C-B691-193046D6C9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31245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E4120-F19B-E3CF-3453-6020171FD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94ED93-38A1-9F2C-4997-95AB0E491E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F65BB4-6175-1E68-69D4-44AB247952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348307-A056-3FE7-CBF7-F3F213EB9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19302-A6EA-433A-91F4-A8AC28C2B6AB}" type="datetimeFigureOut">
              <a:rPr lang="en-GB" smtClean="0"/>
              <a:t>22/09/2026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D0D2B5-8854-171C-533C-E1E88547E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CDE304-BB92-48C3-4F24-2721BBA31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DE993-F7B3-459C-B691-193046D6C9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29131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1633A2-99C4-1CC8-C368-130295CDB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8F6501F-A058-AD99-0846-4AD40CD043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F90853-5DC8-7B01-B778-1B288E1FD7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CC5EBB-D3C9-BDE9-7580-719594073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19302-A6EA-433A-91F4-A8AC28C2B6AB}" type="datetimeFigureOut">
              <a:rPr lang="en-GB" smtClean="0"/>
              <a:t>22/09/2026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863ED0-D408-12FC-E48A-60F3A2706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948708-50B5-E900-9E7D-2B55B6624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DE993-F7B3-459C-B691-193046D6C9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40962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75B93-18F6-E3C1-079E-FF22418EC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4E97E2-CC4C-ECF2-A61F-11CFC51E77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EA6B7D-33C9-A667-A3A3-6830DE554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19302-A6EA-433A-91F4-A8AC28C2B6AB}" type="datetimeFigureOut">
              <a:rPr lang="en-GB" smtClean="0"/>
              <a:t>22/09/2026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EDCCE4-E035-1D19-C127-6E9E8CF8F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4F7620-F76E-AB61-9C8D-F946D1E58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DE993-F7B3-459C-B691-193046D6C9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87460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CB3527E-5D18-FDAD-AF99-9122072F01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E107E0-D841-3FEF-537A-F5C51AC982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B8EE11-445E-CE15-B96F-40E126B70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19302-A6EA-433A-91F4-A8AC28C2B6AB}" type="datetimeFigureOut">
              <a:rPr lang="en-GB" smtClean="0"/>
              <a:t>22/09/2026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660180-D794-1A60-7B8B-3BECF7139A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6D53E8-B959-1037-8F78-C14547172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DE993-F7B3-459C-B691-193046D6C9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3044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35B7E32-274B-B94E-8B4C-6DF8FC1582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610586-BAFD-F220-23A4-D0DE290EC2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766131-E022-63BE-6589-DC13D0C45A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119302-A6EA-433A-91F4-A8AC28C2B6AB}" type="datetimeFigureOut">
              <a:rPr lang="en-GB" smtClean="0"/>
              <a:t>22/09/2026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B1675D-1E49-D4E8-E45F-3505CA84C6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563D1B-705B-46A7-6E86-616467E419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CDE993-F7B3-459C-B691-193046D6C9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22164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1BA3B3-03D0-19CB-0C7A-A0022795184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OUR BISTRO WEBSITE PRESENTATION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494348-F998-99D4-A3F8-45121281214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93722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D2B94-4AD1-A22A-3A24-614DDAC8B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‘Personas’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D79F06-FA87-9E4A-85BD-8A3E0DC7FF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0911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</Words>
  <Application>Microsoft Office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OUR BISTRO WEBSITE PRESENTATION</vt:lpstr>
      <vt:lpstr>‘Personas’ here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Alfie James Cull (Student)</dc:creator>
  <cp:lastModifiedBy>Alfie James Cull (Student)</cp:lastModifiedBy>
  <cp:revision>1</cp:revision>
  <dcterms:created xsi:type="dcterms:W3CDTF">2026-09-22T10:08:54Z</dcterms:created>
  <dcterms:modified xsi:type="dcterms:W3CDTF">2026-09-22T10:09:23Z</dcterms:modified>
</cp:coreProperties>
</file>